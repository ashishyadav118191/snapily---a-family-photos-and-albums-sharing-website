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71" r:id="rId3"/>
  </p:sldMasterIdLst>
  <p:sldIdLst>
    <p:sldId id="256" r:id="rId4"/>
    <p:sldId id="257" r:id="rId5"/>
    <p:sldId id="258" r:id="rId6"/>
    <p:sldId id="259" r:id="rId7"/>
    <p:sldId id="260" r:id="rId8"/>
    <p:sldId id="261" r:id="rId9"/>
    <p:sldId id="262" r:id="rId10"/>
    <p:sldId id="263" r:id="rId11"/>
    <p:sldId id="264" r:id="rId12"/>
    <p:sldId id="265" r:id="rId13"/>
    <p:sldId id="266" r:id="rId14"/>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Google Shape;9;p2"/>
          <p:cNvSpPr/>
          <p:nvPr/>
        </p:nvSpPr>
        <p:spPr>
          <a:xfrm flipH="1" rot="10800000">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 name="PlaceHolder 1"/>
          <p:cNvSpPr>
            <a:spLocks noGrp="1"/>
          </p:cNvSpPr>
          <p:nvPr>
            <p:ph type="title"/>
          </p:nvPr>
        </p:nvSpPr>
        <p:spPr>
          <a:xfrm>
            <a:off x="428760" y="2966040"/>
            <a:ext cx="6376320" cy="1637280"/>
          </a:xfrm>
          <a:prstGeom prst="rect">
            <a:avLst/>
          </a:prstGeom>
          <a:noFill/>
          <a:ln w="0">
            <a:noFill/>
          </a:ln>
        </p:spPr>
        <p:txBody>
          <a:bodyPr lIns="91440" rIns="91440" tIns="91440" bIns="91440" anchor="b">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2" name="PlaceHolder 2"/>
          <p:cNvSpPr>
            <a:spLocks noGrp="1"/>
          </p:cNvSpPr>
          <p:nvPr>
            <p:ph type="body"/>
          </p:nvPr>
        </p:nvSpPr>
        <p:spPr>
          <a:xfrm>
            <a:off x="546120" y="355680"/>
            <a:ext cx="8169120" cy="261036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3" name="Google Shape;48;p11"/>
          <p:cNvSpPr/>
          <p:nvPr/>
        </p:nvSpPr>
        <p:spPr>
          <a:xfrm>
            <a:off x="0" y="-2520"/>
            <a:ext cx="9143640" cy="1291320"/>
          </a:xfrm>
          <a:prstGeom prst="rect">
            <a:avLst/>
          </a:prstGeom>
          <a:gradFill rotWithShape="0">
            <a:gsLst>
              <a:gs pos="0">
                <a:srgbClr val="ffffff"/>
              </a:gs>
              <a:gs pos="81000">
                <a:srgbClr val="e8f6ff"/>
              </a:gs>
              <a:gs pos="100000">
                <a:srgbClr val="d0edff"/>
              </a:gs>
            </a:gsLst>
            <a:lin ang="16200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 name="PlaceHolder 1"/>
          <p:cNvSpPr>
            <a:spLocks noGrp="1"/>
          </p:cNvSpPr>
          <p:nvPr>
            <p:ph type="title"/>
          </p:nvPr>
        </p:nvSpPr>
        <p:spPr>
          <a:xfrm>
            <a:off x="1284120" y="1288080"/>
            <a:ext cx="6575760" cy="1526400"/>
          </a:xfrm>
          <a:prstGeom prst="rect">
            <a:avLst/>
          </a:prstGeom>
          <a:noFill/>
          <a:ln w="0">
            <a:noFill/>
          </a:ln>
        </p:spPr>
        <p:txBody>
          <a:bodyPr lIns="91440" rIns="91440" tIns="91440" bIns="91440" anchor="b">
            <a:noAutofit/>
          </a:bodyPr>
          <a:p>
            <a:pPr indent="0" algn="ctr">
              <a:lnSpc>
                <a:spcPct val="100000"/>
              </a:lnSpc>
              <a:buNone/>
            </a:pPr>
            <a:r>
              <a:rPr b="0" lang="fr-FR" sz="6000" strike="noStrike" u="none">
                <a:solidFill>
                  <a:schemeClr val="dk1"/>
                </a:solidFill>
                <a:effectLst/>
                <a:uFillTx/>
                <a:latin typeface="Cal Sans"/>
                <a:ea typeface="Cal Sans"/>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5" name="Google Shape;53;p13"/>
          <p:cNvSpPr/>
          <p:nvPr/>
        </p:nvSpPr>
        <p:spPr>
          <a:xfrm flipH="1" rot="5400000">
            <a:off x="5924520" y="1926360"/>
            <a:ext cx="5145480" cy="1291320"/>
          </a:xfrm>
          <a:prstGeom prst="rect">
            <a:avLst/>
          </a:prstGeom>
          <a:gradFill rotWithShape="0">
            <a:gsLst>
              <a:gs pos="0">
                <a:srgbClr val="ffffff"/>
              </a:gs>
              <a:gs pos="81000">
                <a:srgbClr val="e8f6ff"/>
              </a:gs>
              <a:gs pos="100000">
                <a:srgbClr val="d0edff"/>
              </a:gs>
            </a:gsLst>
            <a:lin ang="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 name="PlaceHolder 1"/>
          <p:cNvSpPr>
            <a:spLocks noGrp="1"/>
          </p:cNvSpPr>
          <p:nvPr>
            <p:ph type="title"/>
          </p:nvPr>
        </p:nvSpPr>
        <p:spPr>
          <a:xfrm>
            <a:off x="546120" y="444960"/>
            <a:ext cx="816876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7" name="PlaceHolder 2"/>
          <p:cNvSpPr>
            <a:spLocks noGrp="1"/>
          </p:cNvSpPr>
          <p:nvPr>
            <p:ph type="title"/>
          </p:nvPr>
        </p:nvSpPr>
        <p:spPr>
          <a:xfrm>
            <a:off x="7577280" y="1484280"/>
            <a:ext cx="846720" cy="447120"/>
          </a:xfrm>
          <a:prstGeom prst="rect">
            <a:avLst/>
          </a:prstGeom>
          <a:noFill/>
          <a:ln w="0">
            <a:noFill/>
          </a:ln>
        </p:spPr>
        <p:txBody>
          <a:bodyPr lIns="91440" rIns="91440" tIns="91440" bIns="91440" anchor="ctr">
            <a:noAutofit/>
          </a:bodyPr>
          <a:p>
            <a:pPr indent="0" algn="ctr">
              <a:lnSpc>
                <a:spcPct val="100000"/>
              </a:lnSpc>
              <a:buNone/>
            </a:pPr>
            <a:r>
              <a:rPr b="0" lang="fr-FR" sz="2500" strike="noStrike" u="none">
                <a:solidFill>
                  <a:schemeClr val="dk1"/>
                </a:solidFill>
                <a:effectLst/>
                <a:uFillTx/>
                <a:latin typeface="Cal Sans"/>
                <a:ea typeface="Cal Sans"/>
              </a:rPr>
              <a:t>xx%</a:t>
            </a:r>
            <a:endParaRPr b="0" lang="fr-FR" sz="2500" strike="noStrike" u="none">
              <a:solidFill>
                <a:schemeClr val="dk1"/>
              </a:solidFill>
              <a:effectLst/>
              <a:uFillTx/>
              <a:latin typeface="Arial"/>
            </a:endParaRPr>
          </a:p>
        </p:txBody>
      </p:sp>
      <p:sp>
        <p:nvSpPr>
          <p:cNvPr id="8" name="PlaceHolder 3"/>
          <p:cNvSpPr>
            <a:spLocks noGrp="1"/>
          </p:cNvSpPr>
          <p:nvPr>
            <p:ph type="title"/>
          </p:nvPr>
        </p:nvSpPr>
        <p:spPr>
          <a:xfrm>
            <a:off x="7577280" y="3085560"/>
            <a:ext cx="846720" cy="447120"/>
          </a:xfrm>
          <a:prstGeom prst="rect">
            <a:avLst/>
          </a:prstGeom>
          <a:noFill/>
          <a:ln w="0">
            <a:noFill/>
          </a:ln>
        </p:spPr>
        <p:txBody>
          <a:bodyPr lIns="91440" rIns="91440" tIns="91440" bIns="91440" anchor="ctr">
            <a:noAutofit/>
          </a:bodyPr>
          <a:p>
            <a:pPr indent="0" algn="ctr">
              <a:lnSpc>
                <a:spcPct val="100000"/>
              </a:lnSpc>
              <a:buNone/>
            </a:pPr>
            <a:r>
              <a:rPr b="0" lang="fr-FR" sz="2500" strike="noStrike" u="none">
                <a:solidFill>
                  <a:schemeClr val="dk1"/>
                </a:solidFill>
                <a:effectLst/>
                <a:uFillTx/>
                <a:latin typeface="Cal Sans"/>
                <a:ea typeface="Cal Sans"/>
              </a:rPr>
              <a:t>xx%</a:t>
            </a:r>
            <a:endParaRPr b="0" lang="fr-FR" sz="2500" strike="noStrike" u="none">
              <a:solidFill>
                <a:schemeClr val="dk1"/>
              </a:solidFill>
              <a:effectLst/>
              <a:uFillTx/>
              <a:latin typeface="Arial"/>
            </a:endParaRPr>
          </a:p>
        </p:txBody>
      </p:sp>
      <p:sp>
        <p:nvSpPr>
          <p:cNvPr id="9" name="PlaceHolder 4"/>
          <p:cNvSpPr>
            <a:spLocks noGrp="1"/>
          </p:cNvSpPr>
          <p:nvPr>
            <p:ph type="title"/>
          </p:nvPr>
        </p:nvSpPr>
        <p:spPr>
          <a:xfrm>
            <a:off x="7577280" y="2018880"/>
            <a:ext cx="846720" cy="447120"/>
          </a:xfrm>
          <a:prstGeom prst="rect">
            <a:avLst/>
          </a:prstGeom>
          <a:noFill/>
          <a:ln w="0">
            <a:noFill/>
          </a:ln>
        </p:spPr>
        <p:txBody>
          <a:bodyPr lIns="91440" rIns="91440" tIns="91440" bIns="91440" anchor="ctr">
            <a:noAutofit/>
          </a:bodyPr>
          <a:p>
            <a:pPr indent="0" algn="ctr">
              <a:lnSpc>
                <a:spcPct val="100000"/>
              </a:lnSpc>
              <a:buNone/>
            </a:pPr>
            <a:r>
              <a:rPr b="0" lang="fr-FR" sz="2500" strike="noStrike" u="none">
                <a:solidFill>
                  <a:schemeClr val="dk1"/>
                </a:solidFill>
                <a:effectLst/>
                <a:uFillTx/>
                <a:latin typeface="Cal Sans"/>
                <a:ea typeface="Cal Sans"/>
              </a:rPr>
              <a:t>xx%</a:t>
            </a:r>
            <a:endParaRPr b="0" lang="fr-FR" sz="2500" strike="noStrike" u="none">
              <a:solidFill>
                <a:schemeClr val="dk1"/>
              </a:solidFill>
              <a:effectLst/>
              <a:uFillTx/>
              <a:latin typeface="Arial"/>
            </a:endParaRPr>
          </a:p>
        </p:txBody>
      </p:sp>
      <p:sp>
        <p:nvSpPr>
          <p:cNvPr id="10" name="PlaceHolder 5"/>
          <p:cNvSpPr>
            <a:spLocks noGrp="1"/>
          </p:cNvSpPr>
          <p:nvPr>
            <p:ph type="title"/>
          </p:nvPr>
        </p:nvSpPr>
        <p:spPr>
          <a:xfrm>
            <a:off x="7577280" y="3620880"/>
            <a:ext cx="846720" cy="447120"/>
          </a:xfrm>
          <a:prstGeom prst="rect">
            <a:avLst/>
          </a:prstGeom>
          <a:noFill/>
          <a:ln w="0">
            <a:noFill/>
          </a:ln>
        </p:spPr>
        <p:txBody>
          <a:bodyPr lIns="91440" rIns="91440" tIns="91440" bIns="91440" anchor="ctr">
            <a:noAutofit/>
          </a:bodyPr>
          <a:p>
            <a:pPr indent="0" algn="ctr">
              <a:lnSpc>
                <a:spcPct val="100000"/>
              </a:lnSpc>
              <a:buNone/>
            </a:pPr>
            <a:r>
              <a:rPr b="0" lang="fr-FR" sz="2500" strike="noStrike" u="none">
                <a:solidFill>
                  <a:schemeClr val="dk1"/>
                </a:solidFill>
                <a:effectLst/>
                <a:uFillTx/>
                <a:latin typeface="Cal Sans"/>
                <a:ea typeface="Cal Sans"/>
              </a:rPr>
              <a:t>xx%</a:t>
            </a:r>
            <a:endParaRPr b="0" lang="fr-FR" sz="2500" strike="noStrike" u="none">
              <a:solidFill>
                <a:schemeClr val="dk1"/>
              </a:solidFill>
              <a:effectLst/>
              <a:uFillTx/>
              <a:latin typeface="Arial"/>
            </a:endParaRPr>
          </a:p>
        </p:txBody>
      </p:sp>
      <p:sp>
        <p:nvSpPr>
          <p:cNvPr id="11" name="PlaceHolder 6"/>
          <p:cNvSpPr>
            <a:spLocks noGrp="1"/>
          </p:cNvSpPr>
          <p:nvPr>
            <p:ph type="title"/>
          </p:nvPr>
        </p:nvSpPr>
        <p:spPr>
          <a:xfrm>
            <a:off x="7577280" y="2549880"/>
            <a:ext cx="846720" cy="447120"/>
          </a:xfrm>
          <a:prstGeom prst="rect">
            <a:avLst/>
          </a:prstGeom>
          <a:noFill/>
          <a:ln w="0">
            <a:noFill/>
          </a:ln>
        </p:spPr>
        <p:txBody>
          <a:bodyPr lIns="91440" rIns="91440" tIns="91440" bIns="91440" anchor="ctr">
            <a:noAutofit/>
          </a:bodyPr>
          <a:p>
            <a:pPr indent="0" algn="ctr">
              <a:lnSpc>
                <a:spcPct val="100000"/>
              </a:lnSpc>
              <a:buNone/>
            </a:pPr>
            <a:r>
              <a:rPr b="0" lang="fr-FR" sz="2500" strike="noStrike" u="none">
                <a:solidFill>
                  <a:schemeClr val="dk1"/>
                </a:solidFill>
                <a:effectLst/>
                <a:uFillTx/>
                <a:latin typeface="Cal Sans"/>
                <a:ea typeface="Cal Sans"/>
              </a:rPr>
              <a:t>xx%</a:t>
            </a:r>
            <a:endParaRPr b="0" lang="fr-FR" sz="2500" strike="noStrike" u="none">
              <a:solidFill>
                <a:schemeClr val="dk1"/>
              </a:solidFill>
              <a:effectLst/>
              <a:uFillTx/>
              <a:latin typeface="Arial"/>
            </a:endParaRPr>
          </a:p>
        </p:txBody>
      </p:sp>
      <p:sp>
        <p:nvSpPr>
          <p:cNvPr id="12" name="PlaceHolder 7"/>
          <p:cNvSpPr>
            <a:spLocks noGrp="1"/>
          </p:cNvSpPr>
          <p:nvPr>
            <p:ph type="title"/>
          </p:nvPr>
        </p:nvSpPr>
        <p:spPr>
          <a:xfrm>
            <a:off x="7577280" y="4156560"/>
            <a:ext cx="846720" cy="447120"/>
          </a:xfrm>
          <a:prstGeom prst="rect">
            <a:avLst/>
          </a:prstGeom>
          <a:noFill/>
          <a:ln w="0">
            <a:noFill/>
          </a:ln>
        </p:spPr>
        <p:txBody>
          <a:bodyPr lIns="91440" rIns="91440" tIns="91440" bIns="91440" anchor="ctr">
            <a:noAutofit/>
          </a:bodyPr>
          <a:p>
            <a:pPr indent="0" algn="ctr">
              <a:lnSpc>
                <a:spcPct val="100000"/>
              </a:lnSpc>
              <a:buNone/>
            </a:pPr>
            <a:r>
              <a:rPr b="0" lang="fr-FR" sz="2500" strike="noStrike" u="none">
                <a:solidFill>
                  <a:schemeClr val="dk1"/>
                </a:solidFill>
                <a:effectLst/>
                <a:uFillTx/>
                <a:latin typeface="Cal Sans"/>
                <a:ea typeface="Cal Sans"/>
              </a:rPr>
              <a:t>xx%</a:t>
            </a:r>
            <a:endParaRPr b="0" lang="fr-FR" sz="25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bg>
      <p:bgPr>
        <a:solidFill>
          <a:schemeClr val="lt1"/>
        </a:solidFill>
      </p:bgPr>
    </p:bg>
    <p:spTree>
      <p:nvGrpSpPr>
        <p:cNvPr id="1" name=""/>
        <p:cNvGrpSpPr/>
        <p:nvPr/>
      </p:nvGrpSpPr>
      <p:grpSpPr>
        <a:xfrm>
          <a:off x="0" y="0"/>
          <a:ext cx="0" cy="0"/>
          <a:chOff x="0" y="0"/>
          <a:chExt cx="0" cy="0"/>
        </a:xfrm>
      </p:grpSpPr>
      <p:sp>
        <p:nvSpPr>
          <p:cNvPr id="13" name="Google Shape;68;p14"/>
          <p:cNvSpPr/>
          <p:nvPr/>
        </p:nvSpPr>
        <p:spPr>
          <a:xfrm rot="16200000">
            <a:off x="-1926360" y="1926360"/>
            <a:ext cx="5145480" cy="1291320"/>
          </a:xfrm>
          <a:prstGeom prst="rect">
            <a:avLst/>
          </a:prstGeom>
          <a:gradFill rotWithShape="0">
            <a:gsLst>
              <a:gs pos="0">
                <a:srgbClr val="ffffff"/>
              </a:gs>
              <a:gs pos="81000">
                <a:srgbClr val="e8f6ff"/>
              </a:gs>
              <a:gs pos="100000">
                <a:srgbClr val="d0edff"/>
              </a:gs>
            </a:gsLst>
            <a:lin ang="107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4" name="PlaceHolder 1"/>
          <p:cNvSpPr>
            <a:spLocks noGrp="1"/>
          </p:cNvSpPr>
          <p:nvPr>
            <p:ph type="title"/>
          </p:nvPr>
        </p:nvSpPr>
        <p:spPr>
          <a:xfrm>
            <a:off x="720000" y="444960"/>
            <a:ext cx="4207320" cy="118008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2">
    <p:bg>
      <p:bgPr>
        <a:solidFill>
          <a:schemeClr val="lt1"/>
        </a:solidFill>
      </p:bgPr>
    </p:bg>
    <p:spTree>
      <p:nvGrpSpPr>
        <p:cNvPr id="1" name=""/>
        <p:cNvGrpSpPr/>
        <p:nvPr/>
      </p:nvGrpSpPr>
      <p:grpSpPr>
        <a:xfrm>
          <a:off x="0" y="0"/>
          <a:ext cx="0" cy="0"/>
          <a:chOff x="0" y="0"/>
          <a:chExt cx="0" cy="0"/>
        </a:xfrm>
      </p:grpSpPr>
      <p:sp>
        <p:nvSpPr>
          <p:cNvPr id="15" name="Google Shape;71;p15"/>
          <p:cNvSpPr/>
          <p:nvPr/>
        </p:nvSpPr>
        <p:spPr>
          <a:xfrm flipH="1" rot="10800000">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17" name="Google Shape;74;p16"/>
          <p:cNvSpPr/>
          <p:nvPr/>
        </p:nvSpPr>
        <p:spPr>
          <a:xfrm flipH="1" rot="5400000">
            <a:off x="5924520" y="1926360"/>
            <a:ext cx="5145480" cy="1291320"/>
          </a:xfrm>
          <a:prstGeom prst="rect">
            <a:avLst/>
          </a:prstGeom>
          <a:gradFill rotWithShape="0">
            <a:gsLst>
              <a:gs pos="0">
                <a:srgbClr val="ffffff"/>
              </a:gs>
              <a:gs pos="81000">
                <a:srgbClr val="e8f6ff"/>
              </a:gs>
              <a:gs pos="100000">
                <a:srgbClr val="d0edff"/>
              </a:gs>
            </a:gsLst>
            <a:lin ang="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8" name="PlaceHolder 1"/>
          <p:cNvSpPr>
            <a:spLocks noGrp="1"/>
          </p:cNvSpPr>
          <p:nvPr>
            <p:ph type="title"/>
          </p:nvPr>
        </p:nvSpPr>
        <p:spPr>
          <a:xfrm>
            <a:off x="4201200" y="539640"/>
            <a:ext cx="4513680" cy="219852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9"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2">
    <p:bg>
      <p:bgPr>
        <a:solidFill>
          <a:schemeClr val="lt1"/>
        </a:solidFill>
      </p:bgPr>
    </p:bg>
    <p:spTree>
      <p:nvGrpSpPr>
        <p:cNvPr id="1" name=""/>
        <p:cNvGrpSpPr/>
        <p:nvPr/>
      </p:nvGrpSpPr>
      <p:grpSpPr>
        <a:xfrm>
          <a:off x="0" y="0"/>
          <a:ext cx="0" cy="0"/>
          <a:chOff x="0" y="0"/>
          <a:chExt cx="0" cy="0"/>
        </a:xfrm>
      </p:grpSpPr>
      <p:sp>
        <p:nvSpPr>
          <p:cNvPr id="20" name="Google Shape;78;p17"/>
          <p:cNvSpPr/>
          <p:nvPr/>
        </p:nvSpPr>
        <p:spPr>
          <a:xfrm rot="16200000">
            <a:off x="-1926360" y="1926360"/>
            <a:ext cx="5145480" cy="1291320"/>
          </a:xfrm>
          <a:prstGeom prst="rect">
            <a:avLst/>
          </a:prstGeom>
          <a:gradFill rotWithShape="0">
            <a:gsLst>
              <a:gs pos="0">
                <a:srgbClr val="ffffff"/>
              </a:gs>
              <a:gs pos="81000">
                <a:srgbClr val="e8f6ff"/>
              </a:gs>
              <a:gs pos="100000">
                <a:srgbClr val="d0edff"/>
              </a:gs>
            </a:gsLst>
            <a:lin ang="107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1" name="PlaceHolder 1"/>
          <p:cNvSpPr>
            <a:spLocks noGrp="1"/>
          </p:cNvSpPr>
          <p:nvPr>
            <p:ph type="title"/>
          </p:nvPr>
        </p:nvSpPr>
        <p:spPr>
          <a:xfrm>
            <a:off x="546120" y="2350440"/>
            <a:ext cx="2956320" cy="225324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22" name="PlaceHolder 2"/>
          <p:cNvSpPr>
            <a:spLocks noGrp="1"/>
          </p:cNvSpPr>
          <p:nvPr>
            <p:ph type="body"/>
          </p:nvPr>
        </p:nvSpPr>
        <p:spPr>
          <a:xfrm>
            <a:off x="3599640" y="2350440"/>
            <a:ext cx="5115240" cy="27907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sp>
        <p:nvSpPr>
          <p:cNvPr id="23" name="Google Shape;83;p18"/>
          <p:cNvSpPr/>
          <p:nvPr/>
        </p:nvSpPr>
        <p:spPr>
          <a:xfrm flipH="1" rot="10800000">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4" name="PlaceHolder 1"/>
          <p:cNvSpPr>
            <a:spLocks noGrp="1"/>
          </p:cNvSpPr>
          <p:nvPr>
            <p:ph type="title"/>
          </p:nvPr>
        </p:nvSpPr>
        <p:spPr>
          <a:xfrm>
            <a:off x="546120" y="444960"/>
            <a:ext cx="817776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25" name="PlaceHolder 2"/>
          <p:cNvSpPr>
            <a:spLocks noGrp="1"/>
          </p:cNvSpPr>
          <p:nvPr>
            <p:ph type="body"/>
          </p:nvPr>
        </p:nvSpPr>
        <p:spPr>
          <a:xfrm>
            <a:off x="546120" y="2514600"/>
            <a:ext cx="2678760" cy="140580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26" name="PlaceHolder 3"/>
          <p:cNvSpPr>
            <a:spLocks noGrp="1"/>
          </p:cNvSpPr>
          <p:nvPr>
            <p:ph type="body"/>
          </p:nvPr>
        </p:nvSpPr>
        <p:spPr>
          <a:xfrm>
            <a:off x="3295440" y="2514600"/>
            <a:ext cx="2678760" cy="140580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27" name="PlaceHolder 4"/>
          <p:cNvSpPr>
            <a:spLocks noGrp="1"/>
          </p:cNvSpPr>
          <p:nvPr>
            <p:ph type="body"/>
          </p:nvPr>
        </p:nvSpPr>
        <p:spPr>
          <a:xfrm>
            <a:off x="6045120" y="2514600"/>
            <a:ext cx="2678760" cy="140580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sp>
        <p:nvSpPr>
          <p:cNvPr id="28" name="Google Shape;95;p19"/>
          <p:cNvSpPr/>
          <p:nvPr/>
        </p:nvSpPr>
        <p:spPr>
          <a:xfrm>
            <a:off x="0" y="-2520"/>
            <a:ext cx="9143640" cy="1291320"/>
          </a:xfrm>
          <a:prstGeom prst="rect">
            <a:avLst/>
          </a:prstGeom>
          <a:gradFill rotWithShape="0">
            <a:gsLst>
              <a:gs pos="0">
                <a:srgbClr val="ffffff"/>
              </a:gs>
              <a:gs pos="81000">
                <a:srgbClr val="e8f6ff"/>
              </a:gs>
              <a:gs pos="100000">
                <a:srgbClr val="d0edff"/>
              </a:gs>
            </a:gsLst>
            <a:lin ang="16200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29" name="PlaceHolder 1"/>
          <p:cNvSpPr>
            <a:spLocks noGrp="1"/>
          </p:cNvSpPr>
          <p:nvPr>
            <p:ph type="title"/>
          </p:nvPr>
        </p:nvSpPr>
        <p:spPr>
          <a:xfrm>
            <a:off x="71316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bg>
      <p:bgPr>
        <a:solidFill>
          <a:schemeClr val="lt1"/>
        </a:solidFill>
      </p:bgPr>
    </p:bg>
    <p:spTree>
      <p:nvGrpSpPr>
        <p:cNvPr id="1" name=""/>
        <p:cNvGrpSpPr/>
        <p:nvPr/>
      </p:nvGrpSpPr>
      <p:grpSpPr>
        <a:xfrm>
          <a:off x="0" y="0"/>
          <a:ext cx="0" cy="0"/>
          <a:chOff x="0" y="0"/>
          <a:chExt cx="0" cy="0"/>
        </a:xfrm>
      </p:grpSpPr>
      <p:sp>
        <p:nvSpPr>
          <p:cNvPr id="30" name="Google Shape;106;p20"/>
          <p:cNvSpPr/>
          <p:nvPr/>
        </p:nvSpPr>
        <p:spPr>
          <a:xfrm flipH="1" rot="5400000">
            <a:off x="5924520" y="1926360"/>
            <a:ext cx="5145480" cy="1291320"/>
          </a:xfrm>
          <a:prstGeom prst="rect">
            <a:avLst/>
          </a:prstGeom>
          <a:gradFill rotWithShape="0">
            <a:gsLst>
              <a:gs pos="0">
                <a:srgbClr val="ffffff"/>
              </a:gs>
              <a:gs pos="81000">
                <a:srgbClr val="e8f6ff"/>
              </a:gs>
              <a:gs pos="100000">
                <a:srgbClr val="d0edff"/>
              </a:gs>
            </a:gsLst>
            <a:lin ang="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1" name="PlaceHolder 1"/>
          <p:cNvSpPr>
            <a:spLocks noGrp="1"/>
          </p:cNvSpPr>
          <p:nvPr>
            <p:ph type="title"/>
          </p:nvPr>
        </p:nvSpPr>
        <p:spPr>
          <a:xfrm>
            <a:off x="713160" y="634680"/>
            <a:ext cx="2848680" cy="768600"/>
          </a:xfrm>
          <a:prstGeom prst="rect">
            <a:avLst/>
          </a:prstGeom>
          <a:noFill/>
          <a:ln w="0">
            <a:noFill/>
          </a:ln>
        </p:spPr>
        <p:txBody>
          <a:bodyPr lIns="91440" rIns="91440" tIns="91440" bIns="91440" anchor="b">
            <a:noAutofit/>
          </a:bodyPr>
          <a:p>
            <a:pPr indent="0">
              <a:lnSpc>
                <a:spcPct val="100000"/>
              </a:lnSpc>
              <a:buNone/>
            </a:pPr>
            <a:r>
              <a:rPr b="0" lang="fr-FR" sz="3500" strike="noStrike" u="none">
                <a:solidFill>
                  <a:schemeClr val="dk1"/>
                </a:solidFill>
                <a:effectLst/>
                <a:uFillTx/>
                <a:latin typeface="Cal Sans"/>
                <a:ea typeface="Cal Sans"/>
              </a:rPr>
              <a:t>xx%</a:t>
            </a:r>
            <a:endParaRPr b="0" lang="fr-FR" sz="3500" strike="noStrike" u="none">
              <a:solidFill>
                <a:schemeClr val="dk1"/>
              </a:solidFill>
              <a:effectLst/>
              <a:uFillTx/>
              <a:latin typeface="Arial"/>
            </a:endParaRPr>
          </a:p>
        </p:txBody>
      </p:sp>
      <p:sp>
        <p:nvSpPr>
          <p:cNvPr id="32" name="PlaceHolder 2"/>
          <p:cNvSpPr>
            <a:spLocks noGrp="1"/>
          </p:cNvSpPr>
          <p:nvPr>
            <p:ph type="title"/>
          </p:nvPr>
        </p:nvSpPr>
        <p:spPr>
          <a:xfrm>
            <a:off x="3733920" y="696600"/>
            <a:ext cx="4696560" cy="768600"/>
          </a:xfrm>
          <a:prstGeom prst="rect">
            <a:avLst/>
          </a:prstGeom>
          <a:noFill/>
          <a:ln w="0">
            <a:noFill/>
          </a:ln>
        </p:spPr>
        <p:txBody>
          <a:bodyPr lIns="91440" rIns="91440" tIns="91440" bIns="91440" anchor="b">
            <a:noAutofit/>
          </a:bodyPr>
          <a:p>
            <a:pPr indent="0">
              <a:lnSpc>
                <a:spcPct val="100000"/>
              </a:lnSpc>
              <a:buNone/>
            </a:pPr>
            <a:r>
              <a:rPr b="0" lang="fr-FR" sz="5000" strike="noStrike" u="none">
                <a:solidFill>
                  <a:schemeClr val="dk1"/>
                </a:solidFill>
                <a:effectLst/>
                <a:uFillTx/>
                <a:latin typeface="Cal Sans"/>
                <a:ea typeface="Cal Sans"/>
              </a:rPr>
              <a:t>xx%</a:t>
            </a:r>
            <a:endParaRPr b="0" lang="fr-FR" sz="5000" strike="noStrike" u="none">
              <a:solidFill>
                <a:schemeClr val="dk1"/>
              </a:solidFill>
              <a:effectLst/>
              <a:uFillTx/>
              <a:latin typeface="Arial"/>
            </a:endParaRPr>
          </a:p>
        </p:txBody>
      </p:sp>
      <p:sp>
        <p:nvSpPr>
          <p:cNvPr id="33" name="PlaceHolder 3"/>
          <p:cNvSpPr>
            <a:spLocks noGrp="1"/>
          </p:cNvSpPr>
          <p:nvPr>
            <p:ph type="title"/>
          </p:nvPr>
        </p:nvSpPr>
        <p:spPr>
          <a:xfrm>
            <a:off x="713160" y="1970640"/>
            <a:ext cx="2848680" cy="768600"/>
          </a:xfrm>
          <a:prstGeom prst="rect">
            <a:avLst/>
          </a:prstGeom>
          <a:noFill/>
          <a:ln w="0">
            <a:noFill/>
          </a:ln>
        </p:spPr>
        <p:txBody>
          <a:bodyPr lIns="91440" rIns="91440" tIns="91440" bIns="91440" anchor="b">
            <a:noAutofit/>
          </a:bodyPr>
          <a:p>
            <a:pPr indent="0">
              <a:lnSpc>
                <a:spcPct val="100000"/>
              </a:lnSpc>
              <a:buNone/>
            </a:pPr>
            <a:r>
              <a:rPr b="0" lang="fr-FR" sz="3500" strike="noStrike" u="none">
                <a:solidFill>
                  <a:schemeClr val="dk1"/>
                </a:solidFill>
                <a:effectLst/>
                <a:uFillTx/>
                <a:latin typeface="Cal Sans"/>
                <a:ea typeface="Cal Sans"/>
              </a:rPr>
              <a:t>xx%</a:t>
            </a:r>
            <a:endParaRPr b="0" lang="fr-FR" sz="3500" strike="noStrike" u="none">
              <a:solidFill>
                <a:schemeClr val="dk1"/>
              </a:solidFill>
              <a:effectLst/>
              <a:uFillTx/>
              <a:latin typeface="Arial"/>
            </a:endParaRPr>
          </a:p>
        </p:txBody>
      </p:sp>
      <p:sp>
        <p:nvSpPr>
          <p:cNvPr id="34" name="PlaceHolder 4"/>
          <p:cNvSpPr>
            <a:spLocks noGrp="1"/>
          </p:cNvSpPr>
          <p:nvPr>
            <p:ph type="body"/>
          </p:nvPr>
        </p:nvSpPr>
        <p:spPr>
          <a:xfrm>
            <a:off x="3781440" y="1752480"/>
            <a:ext cx="4171320" cy="33919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35" name="Google Shape;14;p3"/>
          <p:cNvSpPr/>
          <p:nvPr/>
        </p:nvSpPr>
        <p:spPr>
          <a:xfrm>
            <a:off x="0" y="-2520"/>
            <a:ext cx="9143640" cy="1291320"/>
          </a:xfrm>
          <a:prstGeom prst="rect">
            <a:avLst/>
          </a:prstGeom>
          <a:gradFill rotWithShape="0">
            <a:gsLst>
              <a:gs pos="0">
                <a:srgbClr val="ffffff"/>
              </a:gs>
              <a:gs pos="81000">
                <a:srgbClr val="e8f6ff"/>
              </a:gs>
              <a:gs pos="100000">
                <a:srgbClr val="d0edff"/>
              </a:gs>
            </a:gsLst>
            <a:lin ang="16200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36" name="PlaceHolder 1"/>
          <p:cNvSpPr>
            <a:spLocks noGrp="1"/>
          </p:cNvSpPr>
          <p:nvPr>
            <p:ph type="title"/>
          </p:nvPr>
        </p:nvSpPr>
        <p:spPr>
          <a:xfrm>
            <a:off x="4413960" y="539640"/>
            <a:ext cx="4383360" cy="1341000"/>
          </a:xfrm>
          <a:prstGeom prst="rect">
            <a:avLst/>
          </a:prstGeom>
          <a:noFill/>
          <a:ln w="0">
            <a:noFill/>
          </a:ln>
        </p:spPr>
        <p:txBody>
          <a:bodyPr lIns="91440" rIns="91440" tIns="91440" bIns="91440" anchor="ctr">
            <a:noAutofit/>
          </a:bodyPr>
          <a:p>
            <a:pPr indent="0">
              <a:buNone/>
            </a:pPr>
            <a:r>
              <a:rPr b="0" lang="fr-FR" sz="4000" strike="noStrike" u="none">
                <a:solidFill>
                  <a:schemeClr val="dk1"/>
                </a:solidFill>
                <a:effectLst/>
                <a:uFillTx/>
                <a:latin typeface="Arial"/>
              </a:rPr>
              <a:t>Click to edit the title text format</a:t>
            </a:r>
            <a:endParaRPr b="0" lang="fr-FR" sz="4000" strike="noStrike" u="none">
              <a:solidFill>
                <a:schemeClr val="dk1"/>
              </a:solidFill>
              <a:effectLst/>
              <a:uFillTx/>
              <a:latin typeface="Arial"/>
            </a:endParaRPr>
          </a:p>
        </p:txBody>
      </p:sp>
      <p:sp>
        <p:nvSpPr>
          <p:cNvPr id="37" name="PlaceHolder 2"/>
          <p:cNvSpPr>
            <a:spLocks noGrp="1"/>
          </p:cNvSpPr>
          <p:nvPr>
            <p:ph type="title"/>
          </p:nvPr>
        </p:nvSpPr>
        <p:spPr>
          <a:xfrm>
            <a:off x="422640" y="539640"/>
            <a:ext cx="1551960" cy="841320"/>
          </a:xfrm>
          <a:prstGeom prst="rect">
            <a:avLst/>
          </a:prstGeom>
          <a:noFill/>
          <a:ln w="0">
            <a:noFill/>
          </a:ln>
        </p:spPr>
        <p:txBody>
          <a:bodyPr lIns="91440" rIns="91440" tIns="91440" bIns="91440" anchor="ctr">
            <a:noAutofit/>
          </a:bodyPr>
          <a:p>
            <a:pPr indent="0">
              <a:lnSpc>
                <a:spcPct val="100000"/>
              </a:lnSpc>
              <a:buNone/>
            </a:pPr>
            <a:r>
              <a:rPr b="0" lang="fr-FR" sz="6000" strike="noStrike" u="none">
                <a:solidFill>
                  <a:schemeClr val="dk1"/>
                </a:solidFill>
                <a:effectLst/>
                <a:uFillTx/>
                <a:latin typeface="Cal Sans"/>
                <a:ea typeface="Cal Sans"/>
              </a:rPr>
              <a:t>xx%</a:t>
            </a:r>
            <a:endParaRPr b="0" lang="fr-FR" sz="6000" strike="noStrike" u="none">
              <a:solidFill>
                <a:schemeClr val="dk1"/>
              </a:solidFill>
              <a:effectLst/>
              <a:uFillTx/>
              <a:latin typeface="Arial"/>
            </a:endParaRPr>
          </a:p>
        </p:txBody>
      </p:sp>
      <p:sp>
        <p:nvSpPr>
          <p:cNvPr id="38" name="PlaceHolder 3"/>
          <p:cNvSpPr>
            <a:spLocks noGrp="1"/>
          </p:cNvSpPr>
          <p:nvPr>
            <p:ph type="body"/>
          </p:nvPr>
        </p:nvSpPr>
        <p:spPr>
          <a:xfrm>
            <a:off x="546120" y="1993320"/>
            <a:ext cx="8169120" cy="261036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sp>
        <p:nvSpPr>
          <p:cNvPr id="39" name="Google Shape;115;p21"/>
          <p:cNvSpPr/>
          <p:nvPr/>
        </p:nvSpPr>
        <p:spPr>
          <a:xfrm>
            <a:off x="0" y="0"/>
            <a:ext cx="9143640" cy="1291320"/>
          </a:xfrm>
          <a:prstGeom prst="rect">
            <a:avLst/>
          </a:prstGeom>
          <a:gradFill rotWithShape="0">
            <a:gsLst>
              <a:gs pos="0">
                <a:srgbClr val="ffffff"/>
              </a:gs>
              <a:gs pos="81000">
                <a:srgbClr val="e8f6ff"/>
              </a:gs>
              <a:gs pos="100000">
                <a:srgbClr val="d0edff"/>
              </a:gs>
            </a:gsLst>
            <a:lin ang="16200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0" name="PlaceHolder 1"/>
          <p:cNvSpPr>
            <a:spLocks noGrp="1"/>
          </p:cNvSpPr>
          <p:nvPr>
            <p:ph type="title"/>
          </p:nvPr>
        </p:nvSpPr>
        <p:spPr>
          <a:xfrm>
            <a:off x="2099160" y="1353960"/>
            <a:ext cx="3787200" cy="1058400"/>
          </a:xfrm>
          <a:prstGeom prst="rect">
            <a:avLst/>
          </a:prstGeom>
          <a:noFill/>
          <a:ln w="0">
            <a:noFill/>
          </a:ln>
        </p:spPr>
        <p:txBody>
          <a:bodyPr lIns="91440" rIns="91440" tIns="91440" bIns="91440" anchor="b">
            <a:noAutofit/>
          </a:bodyPr>
          <a:p>
            <a:pPr indent="0">
              <a:buNone/>
            </a:pPr>
            <a:r>
              <a:rPr b="0" lang="fr-FR" sz="5000" strike="noStrike" u="none">
                <a:solidFill>
                  <a:schemeClr val="dk1"/>
                </a:solidFill>
                <a:effectLst/>
                <a:uFillTx/>
                <a:latin typeface="Arial"/>
              </a:rPr>
              <a:t>Click to edit the title text format</a:t>
            </a:r>
            <a:endParaRPr b="0" lang="fr-FR" sz="5000" strike="noStrike" u="none">
              <a:solidFill>
                <a:schemeClr val="dk1"/>
              </a:solidFill>
              <a:effectLst/>
              <a:uFillTx/>
              <a:latin typeface="Arial"/>
            </a:endParaRPr>
          </a:p>
        </p:txBody>
      </p:sp>
      <p:sp>
        <p:nvSpPr>
          <p:cNvPr id="41" name="Google Shape;118;p21"/>
          <p:cNvSpPr/>
          <p:nvPr/>
        </p:nvSpPr>
        <p:spPr>
          <a:xfrm>
            <a:off x="2099160" y="3471480"/>
            <a:ext cx="3787200" cy="55584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000" strike="noStrike" u="none">
                <a:solidFill>
                  <a:schemeClr val="dk1"/>
                </a:solidFill>
                <a:effectLst/>
                <a:uFillTx/>
                <a:latin typeface="Teachers"/>
                <a:ea typeface="Teachers"/>
              </a:rPr>
              <a:t>CREDITS:</a:t>
            </a:r>
            <a:r>
              <a:rPr b="0" lang="en" sz="1000" strike="noStrike" u="none">
                <a:solidFill>
                  <a:schemeClr val="dk1"/>
                </a:solidFill>
                <a:effectLst/>
                <a:uFillTx/>
                <a:latin typeface="Teachers"/>
                <a:ea typeface="Teachers"/>
              </a:rPr>
              <a:t> This presentation template was created by </a:t>
            </a:r>
            <a:r>
              <a:rPr b="1" lang="en" sz="1000" strike="noStrike" u="sng">
                <a:solidFill>
                  <a:schemeClr val="dk1"/>
                </a:solidFill>
                <a:effectLst/>
                <a:uFillTx/>
                <a:latin typeface="Teachers"/>
                <a:ea typeface="Teachers"/>
                <a:hlinkClick r:id="rId2"/>
              </a:rPr>
              <a:t>Slidesgo</a:t>
            </a:r>
            <a:r>
              <a:rPr b="0" lang="en" sz="1000" strike="noStrike" u="none">
                <a:solidFill>
                  <a:schemeClr val="dk1"/>
                </a:solidFill>
                <a:effectLst/>
                <a:uFillTx/>
                <a:latin typeface="Teachers"/>
                <a:ea typeface="Teachers"/>
              </a:rPr>
              <a:t>, and includes icons, infographics &amp; images by </a:t>
            </a:r>
            <a:r>
              <a:rPr b="1" lang="en" sz="1000" strike="noStrike" u="sng">
                <a:solidFill>
                  <a:schemeClr val="dk1"/>
                </a:solidFill>
                <a:effectLst/>
                <a:uFillTx/>
                <a:latin typeface="Teachers"/>
                <a:ea typeface="Teachers"/>
                <a:hlinkClick r:id="rId3"/>
              </a:rPr>
              <a:t>Freepik</a:t>
            </a:r>
            <a:r>
              <a:rPr b="0" lang="en" sz="1000" strike="noStrike" u="sng">
                <a:solidFill>
                  <a:schemeClr val="dk1"/>
                </a:solidFill>
                <a:effectLst/>
                <a:uFillTx/>
                <a:latin typeface="Teachers"/>
                <a:ea typeface="Teachers"/>
              </a:rPr>
              <a:t> </a:t>
            </a:r>
            <a:endParaRPr b="0" lang="en-US" sz="1000" strike="noStrike" u="none">
              <a:solidFill>
                <a:srgbClr val="000000"/>
              </a:solidFill>
              <a:effectLst/>
              <a:uFillTx/>
              <a:latin typeface="OpenSymbo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42" name="Google Shape;120;p22"/>
          <p:cNvSpPr/>
          <p:nvPr/>
        </p:nvSpPr>
        <p:spPr>
          <a:xfrm flipH="1" rot="10800000">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sp>
        <p:nvSpPr>
          <p:cNvPr id="43" name="Google Shape;122;p23"/>
          <p:cNvSpPr/>
          <p:nvPr/>
        </p:nvSpPr>
        <p:spPr>
          <a:xfrm flipH="1" rot="5400000">
            <a:off x="5924520" y="1926360"/>
            <a:ext cx="5145480" cy="1291320"/>
          </a:xfrm>
          <a:prstGeom prst="rect">
            <a:avLst/>
          </a:prstGeom>
          <a:gradFill rotWithShape="0">
            <a:gsLst>
              <a:gs pos="0">
                <a:srgbClr val="ffffff"/>
              </a:gs>
              <a:gs pos="81000">
                <a:srgbClr val="e8f6ff"/>
              </a:gs>
              <a:gs pos="100000">
                <a:srgbClr val="d0edff"/>
              </a:gs>
            </a:gsLst>
            <a:lin ang="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45" name="PlaceHolder 2"/>
          <p:cNvSpPr>
            <a:spLocks noGrp="1"/>
          </p:cNvSpPr>
          <p:nvPr>
            <p:ph type="body"/>
          </p:nvPr>
        </p:nvSpPr>
        <p:spPr>
          <a:xfrm>
            <a:off x="720000" y="1215720"/>
            <a:ext cx="770364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
        <p:nvSpPr>
          <p:cNvPr id="46" name="Google Shape;21;p4"/>
          <p:cNvSpPr/>
          <p:nvPr/>
        </p:nvSpPr>
        <p:spPr>
          <a:xfrm flipH="1" rot="10800000">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47" name="Google Shape;23;p5"/>
          <p:cNvSpPr/>
          <p:nvPr/>
        </p:nvSpPr>
        <p:spPr>
          <a:xfrm rot="16200000">
            <a:off x="-1926360" y="1926360"/>
            <a:ext cx="5145480" cy="1291320"/>
          </a:xfrm>
          <a:prstGeom prst="rect">
            <a:avLst/>
          </a:prstGeom>
          <a:gradFill rotWithShape="0">
            <a:gsLst>
              <a:gs pos="0">
                <a:srgbClr val="ffffff"/>
              </a:gs>
              <a:gs pos="81000">
                <a:srgbClr val="e8f6ff"/>
              </a:gs>
              <a:gs pos="100000">
                <a:srgbClr val="d0edff"/>
              </a:gs>
            </a:gsLst>
            <a:lin ang="107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8" name="PlaceHolder 1"/>
          <p:cNvSpPr>
            <a:spLocks noGrp="1"/>
          </p:cNvSpPr>
          <p:nvPr>
            <p:ph type="title"/>
          </p:nvPr>
        </p:nvSpPr>
        <p:spPr>
          <a:xfrm>
            <a:off x="546120" y="444960"/>
            <a:ext cx="816876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49" name="Google Shape;30;p6"/>
          <p:cNvSpPr/>
          <p:nvPr/>
        </p:nvSpPr>
        <p:spPr>
          <a:xfrm>
            <a:off x="0" y="-2520"/>
            <a:ext cx="9143640" cy="1291320"/>
          </a:xfrm>
          <a:prstGeom prst="rect">
            <a:avLst/>
          </a:prstGeom>
          <a:gradFill rotWithShape="0">
            <a:gsLst>
              <a:gs pos="0">
                <a:srgbClr val="ffffff"/>
              </a:gs>
              <a:gs pos="81000">
                <a:srgbClr val="e8f6ff"/>
              </a:gs>
              <a:gs pos="100000">
                <a:srgbClr val="d0edff"/>
              </a:gs>
            </a:gsLst>
            <a:lin ang="16200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0" name="PlaceHolder 1"/>
          <p:cNvSpPr>
            <a:spLocks noGrp="1"/>
          </p:cNvSpPr>
          <p:nvPr>
            <p:ph type="title"/>
          </p:nvPr>
        </p:nvSpPr>
        <p:spPr>
          <a:xfrm>
            <a:off x="546120" y="437400"/>
            <a:ext cx="816876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51" name="Google Shape;33;p7"/>
          <p:cNvSpPr/>
          <p:nvPr/>
        </p:nvSpPr>
        <p:spPr>
          <a:xfrm rot="16200000">
            <a:off x="-1926360" y="1926360"/>
            <a:ext cx="5145480" cy="1291320"/>
          </a:xfrm>
          <a:prstGeom prst="rect">
            <a:avLst/>
          </a:prstGeom>
          <a:gradFill rotWithShape="0">
            <a:gsLst>
              <a:gs pos="0">
                <a:srgbClr val="ffffff"/>
              </a:gs>
              <a:gs pos="81000">
                <a:srgbClr val="e8f6ff"/>
              </a:gs>
              <a:gs pos="100000">
                <a:srgbClr val="d0edff"/>
              </a:gs>
            </a:gsLst>
            <a:lin ang="107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2" name="PlaceHolder 1"/>
          <p:cNvSpPr>
            <a:spLocks noGrp="1"/>
          </p:cNvSpPr>
          <p:nvPr>
            <p:ph type="title"/>
          </p:nvPr>
        </p:nvSpPr>
        <p:spPr>
          <a:xfrm>
            <a:off x="546120" y="2350440"/>
            <a:ext cx="2956320" cy="225324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53" name="PlaceHolder 2"/>
          <p:cNvSpPr>
            <a:spLocks noGrp="1"/>
          </p:cNvSpPr>
          <p:nvPr>
            <p:ph type="body"/>
          </p:nvPr>
        </p:nvSpPr>
        <p:spPr>
          <a:xfrm>
            <a:off x="3599640" y="2350440"/>
            <a:ext cx="5115240" cy="27907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2318040" y="1307160"/>
            <a:ext cx="4507920" cy="252900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
        <p:nvSpPr>
          <p:cNvPr id="55" name="Google Shape;39;p8"/>
          <p:cNvSpPr/>
          <p:nvPr/>
        </p:nvSpPr>
        <p:spPr>
          <a:xfrm rot="16200000">
            <a:off x="-1926360" y="1926360"/>
            <a:ext cx="5145480" cy="1291320"/>
          </a:xfrm>
          <a:prstGeom prst="rect">
            <a:avLst/>
          </a:prstGeom>
          <a:gradFill rotWithShape="0">
            <a:gsLst>
              <a:gs pos="0">
                <a:srgbClr val="ffffff"/>
              </a:gs>
              <a:gs pos="81000">
                <a:srgbClr val="e8f6ff"/>
              </a:gs>
              <a:gs pos="100000">
                <a:srgbClr val="d0edff"/>
              </a:gs>
            </a:gsLst>
            <a:lin ang="107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56" name="Google Shape;41;p9"/>
          <p:cNvSpPr/>
          <p:nvPr/>
        </p:nvSpPr>
        <p:spPr>
          <a:xfrm flipH="1" rot="10800000">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7" name="PlaceHolder 1"/>
          <p:cNvSpPr>
            <a:spLocks noGrp="1"/>
          </p:cNvSpPr>
          <p:nvPr>
            <p:ph type="title"/>
          </p:nvPr>
        </p:nvSpPr>
        <p:spPr>
          <a:xfrm>
            <a:off x="2135520" y="1189080"/>
            <a:ext cx="4872600" cy="196416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58"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59" name="PlaceHolder 2"/>
          <p:cNvSpPr>
            <a:spLocks noGrp="1"/>
          </p:cNvSpPr>
          <p:nvPr>
            <p:ph type="title"/>
          </p:nvPr>
        </p:nvSpPr>
        <p:spPr>
          <a:xfrm>
            <a:off x="720000" y="4014360"/>
            <a:ext cx="7703640" cy="572400"/>
          </a:xfrm>
          <a:prstGeom prst="rect">
            <a:avLst/>
          </a:prstGeom>
          <a:solidFill>
            <a:schemeClr val="lt1"/>
          </a:solidFill>
          <a:ln w="0">
            <a:noFill/>
          </a:ln>
        </p:spPr>
        <p:txBody>
          <a:bodyPr lIns="91440" rIns="91440" tIns="91440" bIns="91440" anchor="ctr">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60" name="Google Shape;128;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1"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62" name="Google Shape;131;p27"/>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63"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64"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2"/>
    <p:sldLayoutId id="2147483673" r:id="rId3"/>
    <p:sldLayoutId id="2147483674"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428760" y="2962440"/>
            <a:ext cx="6372000" cy="1638000"/>
          </a:xfrm>
          <a:prstGeom prst="rect">
            <a:avLst/>
          </a:prstGeom>
          <a:noFill/>
          <a:ln w="0">
            <a:noFill/>
          </a:ln>
        </p:spPr>
        <p:txBody>
          <a:bodyPr lIns="91440" rIns="91440" tIns="91440" bIns="91440" anchor="b">
            <a:normAutofit/>
          </a:bodyPr>
          <a:p>
            <a:pPr indent="0">
              <a:lnSpc>
                <a:spcPct val="100000"/>
              </a:lnSpc>
              <a:buNone/>
              <a:tabLst>
                <a:tab algn="l" pos="0"/>
              </a:tabLst>
            </a:pPr>
            <a:r>
              <a:rPr b="0" lang="fr-FR" sz="4500" strike="noStrike" u="none">
                <a:solidFill>
                  <a:schemeClr val="dk1"/>
                </a:solidFill>
                <a:effectLst/>
                <a:uFillTx/>
                <a:latin typeface="Cal Sans"/>
                <a:ea typeface="Cal Sans"/>
              </a:rPr>
              <a:t>Family Photo-Sharing Website</a:t>
            </a:r>
            <a:endParaRPr b="0" lang="fr-FR" sz="4500" strike="noStrike" u="none">
              <a:solidFill>
                <a:schemeClr val="dk1"/>
              </a:solidFill>
              <a:effectLst/>
              <a:uFillTx/>
              <a:latin typeface="Arial"/>
            </a:endParaRPr>
          </a:p>
        </p:txBody>
      </p:sp>
      <p:sp>
        <p:nvSpPr>
          <p:cNvPr id="66" name="PlaceHolder 2"/>
          <p:cNvSpPr>
            <a:spLocks noGrp="1"/>
          </p:cNvSpPr>
          <p:nvPr>
            <p:ph type="subTitle"/>
          </p:nvPr>
        </p:nvSpPr>
        <p:spPr>
          <a:xfrm>
            <a:off x="6753240" y="3105000"/>
            <a:ext cx="2047680" cy="1418760"/>
          </a:xfrm>
          <a:prstGeom prst="rect">
            <a:avLst/>
          </a:prstGeom>
          <a:noFill/>
          <a:ln w="0">
            <a:noFill/>
          </a:ln>
        </p:spPr>
        <p:txBody>
          <a:bodyPr lIns="91440" rIns="91440" tIns="91440" bIns="91440" anchor="b">
            <a:normAutofit/>
          </a:bodyPr>
          <a:p>
            <a:pPr indent="0" algn="r">
              <a:lnSpc>
                <a:spcPct val="100000"/>
              </a:lnSpc>
              <a:buNone/>
              <a:tabLst>
                <a:tab algn="l" pos="0"/>
              </a:tabLst>
            </a:pPr>
            <a:r>
              <a:rPr b="0" lang="en-US" sz="1600" strike="noStrike" u="none">
                <a:solidFill>
                  <a:schemeClr val="dk1"/>
                </a:solidFill>
                <a:effectLst/>
                <a:uFillTx/>
                <a:latin typeface="Teachers"/>
                <a:ea typeface="Teachers"/>
              </a:rPr>
              <a:t>Secure, Role-Based Platform for Private Sharing</a:t>
            </a:r>
            <a:endParaRPr b="0" lang="en-US" sz="1600" strike="noStrike" u="none">
              <a:solidFill>
                <a:srgbClr val="000000"/>
              </a:solidFill>
              <a:effectLst/>
              <a:uFillTx/>
              <a:latin typeface="OpenSymbol"/>
            </a:endParaRPr>
          </a:p>
        </p:txBody>
      </p:sp>
      <p:pic>
        <p:nvPicPr>
          <p:cNvPr id="67" name="Google Shape;140;p28" descr=""/>
          <p:cNvPicPr/>
          <p:nvPr/>
        </p:nvPicPr>
        <p:blipFill>
          <a:blip r:embed="rId1"/>
          <a:srcRect l="1420" t="12749" r="0" b="39984"/>
          <a:stretch/>
        </p:blipFill>
        <p:spPr>
          <a:xfrm>
            <a:off x="546120" y="355680"/>
            <a:ext cx="8168760" cy="26103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200480" y="542880"/>
            <a:ext cx="4514400" cy="2199960"/>
          </a:xfrm>
          <a:prstGeom prst="rect">
            <a:avLst/>
          </a:prstGeom>
          <a:noFill/>
          <a:ln w="0">
            <a:noFill/>
          </a:ln>
        </p:spPr>
        <p:txBody>
          <a:bodyPr lIns="91440" rIns="91440" tIns="91440" bIns="91440" anchor="t">
            <a:normAutofit/>
          </a:bodyPr>
          <a:p>
            <a:pPr indent="0">
              <a:lnSpc>
                <a:spcPct val="100000"/>
              </a:lnSpc>
              <a:buNone/>
              <a:tabLst>
                <a:tab algn="l" pos="0"/>
              </a:tabLst>
            </a:pPr>
            <a:r>
              <a:rPr b="0" lang="fr-FR" sz="3000" strike="noStrike" u="none">
                <a:solidFill>
                  <a:schemeClr val="dk1"/>
                </a:solidFill>
                <a:effectLst/>
                <a:uFillTx/>
                <a:latin typeface="Cal Sans"/>
                <a:ea typeface="Cal Sans"/>
              </a:rPr>
              <a:t>Introduction</a:t>
            </a:r>
            <a:endParaRPr b="0" lang="fr-FR" sz="3000" strike="noStrike" u="none">
              <a:solidFill>
                <a:schemeClr val="dk1"/>
              </a:solidFill>
              <a:effectLst/>
              <a:uFillTx/>
              <a:latin typeface="Arial"/>
            </a:endParaRPr>
          </a:p>
        </p:txBody>
      </p:sp>
      <p:sp>
        <p:nvSpPr>
          <p:cNvPr id="69" name="PlaceHolder 2"/>
          <p:cNvSpPr>
            <a:spLocks noGrp="1"/>
          </p:cNvSpPr>
          <p:nvPr>
            <p:ph type="subTitle"/>
          </p:nvPr>
        </p:nvSpPr>
        <p:spPr>
          <a:xfrm>
            <a:off x="542880" y="1114560"/>
            <a:ext cx="3657240" cy="3495240"/>
          </a:xfrm>
          <a:prstGeom prst="rect">
            <a:avLst/>
          </a:prstGeom>
          <a:noFill/>
          <a:ln w="0">
            <a:noFill/>
          </a:ln>
        </p:spPr>
        <p:txBody>
          <a:bodyPr lIns="91440" rIns="91440" tIns="91440" bIns="91440" anchor="b">
            <a:normAutofit/>
          </a:bodyPr>
          <a:p>
            <a:pPr indent="0">
              <a:lnSpc>
                <a:spcPct val="100000"/>
              </a:lnSpc>
              <a:buNone/>
              <a:tabLst>
                <a:tab algn="l" pos="0"/>
              </a:tabLst>
            </a:pPr>
            <a:r>
              <a:rPr b="0" lang="en-US" sz="1200" strike="noStrike" u="none">
                <a:solidFill>
                  <a:schemeClr val="dk1"/>
                </a:solidFill>
                <a:effectLst/>
                <a:uFillTx/>
                <a:latin typeface="Teachers"/>
                <a:ea typeface="Teachers"/>
              </a:rPr>
              <a:t>In an age where personal memories are often shared on public social media, families need a secure platform to protect their cherished moments. Our family photo-sharing website offers a solution that prioritizes privacy, organization, and a unique emotional connection through tailored access controls and easy management for each family member.</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Google Shape;216;p32" descr=""/>
          <p:cNvPicPr/>
          <p:nvPr/>
        </p:nvPicPr>
        <p:blipFill>
          <a:blip r:embed="rId1"/>
          <a:srcRect l="0" t="26025" r="0" b="26029"/>
          <a:stretch/>
        </p:blipFill>
        <p:spPr>
          <a:xfrm>
            <a:off x="546120" y="1993320"/>
            <a:ext cx="8168760" cy="2610360"/>
          </a:xfrm>
          <a:prstGeom prst="rect">
            <a:avLst/>
          </a:prstGeom>
          <a:noFill/>
          <a:ln w="0">
            <a:noFill/>
          </a:ln>
        </p:spPr>
      </p:pic>
      <p:sp>
        <p:nvSpPr>
          <p:cNvPr id="71" name="PlaceHolder 1"/>
          <p:cNvSpPr>
            <a:spLocks noGrp="1"/>
          </p:cNvSpPr>
          <p:nvPr>
            <p:ph type="title"/>
          </p:nvPr>
        </p:nvSpPr>
        <p:spPr>
          <a:xfrm>
            <a:off x="4410000" y="542880"/>
            <a:ext cx="4381200" cy="1342800"/>
          </a:xfrm>
          <a:prstGeom prst="rect">
            <a:avLst/>
          </a:prstGeom>
          <a:noFill/>
          <a:ln w="0">
            <a:noFill/>
          </a:ln>
        </p:spPr>
        <p:txBody>
          <a:bodyPr lIns="91440" rIns="91440" tIns="91440" bIns="91440" anchor="ctr">
            <a:normAutofit lnSpcReduction="9999"/>
          </a:bodyPr>
          <a:p>
            <a:pPr indent="0" algn="r">
              <a:lnSpc>
                <a:spcPct val="100000"/>
              </a:lnSpc>
              <a:buNone/>
              <a:tabLst>
                <a:tab algn="l" pos="0"/>
              </a:tabLst>
            </a:pPr>
            <a:r>
              <a:rPr b="0" lang="fr-FR" sz="4000" strike="noStrike" u="none">
                <a:solidFill>
                  <a:schemeClr val="dk1"/>
                </a:solidFill>
                <a:effectLst/>
                <a:uFillTx/>
                <a:latin typeface="Cal Sans"/>
                <a:ea typeface="Cal Sans"/>
              </a:rPr>
              <a:t>Overview of Family Photo-Sharing Platform</a:t>
            </a:r>
            <a:endParaRPr b="0" lang="fr-FR" sz="4000" strike="noStrike" u="none">
              <a:solidFill>
                <a:schemeClr val="dk1"/>
              </a:solidFill>
              <a:effectLst/>
              <a:uFillTx/>
              <a:latin typeface="Arial"/>
            </a:endParaRPr>
          </a:p>
        </p:txBody>
      </p:sp>
      <p:sp>
        <p:nvSpPr>
          <p:cNvPr id="72" name="PlaceHolder 2"/>
          <p:cNvSpPr>
            <a:spLocks noGrp="1"/>
          </p:cNvSpPr>
          <p:nvPr>
            <p:ph type="title"/>
          </p:nvPr>
        </p:nvSpPr>
        <p:spPr>
          <a:xfrm>
            <a:off x="419040" y="542880"/>
            <a:ext cx="1552320" cy="837720"/>
          </a:xfrm>
          <a:prstGeom prst="rect">
            <a:avLst/>
          </a:prstGeom>
          <a:noFill/>
          <a:ln w="0">
            <a:noFill/>
          </a:ln>
        </p:spPr>
        <p:txBody>
          <a:bodyPr lIns="91440" rIns="91440" tIns="91440" bIns="91440" anchor="ctr">
            <a:normAutofit fontScale="85000" lnSpcReduction="19999"/>
          </a:bodyPr>
          <a:p>
            <a:pPr indent="0">
              <a:lnSpc>
                <a:spcPct val="100000"/>
              </a:lnSpc>
              <a:buNone/>
              <a:tabLst>
                <a:tab algn="l" pos="0"/>
              </a:tabLst>
            </a:pPr>
            <a:r>
              <a:rPr b="0" lang="fr-FR" sz="6000" strike="noStrike" u="none">
                <a:solidFill>
                  <a:schemeClr val="dk1"/>
                </a:solidFill>
                <a:effectLst/>
                <a:uFillTx/>
                <a:latin typeface="Cal Sans"/>
                <a:ea typeface="Cal Sans"/>
              </a:rPr>
              <a:t>01</a:t>
            </a:r>
            <a:endParaRPr b="0" lang="fr-FR" sz="60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542880" y="2352600"/>
            <a:ext cx="2952360" cy="2257200"/>
          </a:xfrm>
          <a:prstGeom prst="rect">
            <a:avLst/>
          </a:prstGeom>
          <a:noFill/>
          <a:ln w="0">
            <a:noFill/>
          </a:ln>
        </p:spPr>
        <p:txBody>
          <a:bodyPr lIns="91440" rIns="91440" tIns="91440" bIns="91440" anchor="b">
            <a:normAutofit/>
          </a:bodyPr>
          <a:p>
            <a:pPr indent="0">
              <a:lnSpc>
                <a:spcPct val="100000"/>
              </a:lnSpc>
              <a:buNone/>
              <a:tabLst>
                <a:tab algn="l" pos="0"/>
              </a:tabLst>
            </a:pPr>
            <a:r>
              <a:rPr b="0" lang="fr-FR" sz="3000" strike="noStrike" u="none">
                <a:solidFill>
                  <a:schemeClr val="dk1"/>
                </a:solidFill>
                <a:effectLst/>
                <a:uFillTx/>
                <a:latin typeface="Cal Sans"/>
                <a:ea typeface="Cal Sans"/>
              </a:rPr>
              <a:t>Problem Statement</a:t>
            </a:r>
            <a:endParaRPr b="0" lang="fr-FR" sz="3000" strike="noStrike" u="none">
              <a:solidFill>
                <a:schemeClr val="dk1"/>
              </a:solidFill>
              <a:effectLst/>
              <a:uFillTx/>
              <a:latin typeface="Arial"/>
            </a:endParaRPr>
          </a:p>
        </p:txBody>
      </p:sp>
      <p:sp>
        <p:nvSpPr>
          <p:cNvPr id="74" name="PlaceHolder 2"/>
          <p:cNvSpPr>
            <a:spLocks noGrp="1"/>
          </p:cNvSpPr>
          <p:nvPr>
            <p:ph type="subTitle"/>
          </p:nvPr>
        </p:nvSpPr>
        <p:spPr>
          <a:xfrm>
            <a:off x="542880" y="542880"/>
            <a:ext cx="8172000" cy="1676160"/>
          </a:xfrm>
          <a:prstGeom prst="rect">
            <a:avLst/>
          </a:prstGeom>
          <a:noFill/>
          <a:ln w="0">
            <a:noFill/>
          </a:ln>
        </p:spPr>
        <p:txBody>
          <a:bodyPr lIns="91440" rIns="91440" tIns="91440" bIns="91440" anchor="t">
            <a:normAutofit/>
          </a:bodyPr>
          <a:p>
            <a:pPr indent="0">
              <a:lnSpc>
                <a:spcPct val="100000"/>
              </a:lnSpc>
              <a:buNone/>
              <a:tabLst>
                <a:tab algn="l" pos="0"/>
              </a:tabLst>
            </a:pPr>
            <a:r>
              <a:rPr b="0" lang="en-US" sz="1200" strike="noStrike" u="none">
                <a:solidFill>
                  <a:schemeClr val="dk1"/>
                </a:solidFill>
                <a:effectLst/>
                <a:uFillTx/>
                <a:latin typeface="Teachers"/>
                <a:ea typeface="Teachers"/>
              </a:rPr>
              <a:t>Families currently rely on general platforms like WhatsApp and Facebook for sharing photos, which compromises their privacy and lacks organization. These platforms do not provide sufficient access controls or role-based permissions, leading to potential misuse of shared memories. Additionally, families face risks of losing their personal stories in a sea of scattered posts.</a:t>
            </a:r>
            <a:endParaRPr b="0" lang="en-US" sz="1200" strike="noStrike" u="none">
              <a:solidFill>
                <a:srgbClr val="000000"/>
              </a:solidFill>
              <a:effectLst/>
              <a:uFillTx/>
              <a:latin typeface="OpenSymbol"/>
            </a:endParaRPr>
          </a:p>
        </p:txBody>
      </p:sp>
      <p:pic>
        <p:nvPicPr>
          <p:cNvPr id="75" name="Google Shape;211;p31" descr=""/>
          <p:cNvPicPr/>
          <p:nvPr/>
        </p:nvPicPr>
        <p:blipFill>
          <a:blip r:embed="rId1"/>
          <a:srcRect l="0" t="9069" r="0" b="9069"/>
          <a:stretch/>
        </p:blipFill>
        <p:spPr>
          <a:xfrm>
            <a:off x="3599640" y="2350440"/>
            <a:ext cx="5115240" cy="27907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200480" y="542880"/>
            <a:ext cx="4514400" cy="2199960"/>
          </a:xfrm>
          <a:prstGeom prst="rect">
            <a:avLst/>
          </a:prstGeom>
          <a:noFill/>
          <a:ln w="0">
            <a:noFill/>
          </a:ln>
        </p:spPr>
        <p:txBody>
          <a:bodyPr lIns="91440" rIns="91440" tIns="91440" bIns="91440" anchor="t">
            <a:normAutofit/>
          </a:bodyPr>
          <a:p>
            <a:pPr indent="0">
              <a:lnSpc>
                <a:spcPct val="100000"/>
              </a:lnSpc>
              <a:buNone/>
              <a:tabLst>
                <a:tab algn="l" pos="0"/>
              </a:tabLst>
            </a:pPr>
            <a:r>
              <a:rPr b="0" lang="fr-FR" sz="3000" strike="noStrike" u="none">
                <a:solidFill>
                  <a:schemeClr val="dk1"/>
                </a:solidFill>
                <a:effectLst/>
                <a:uFillTx/>
                <a:latin typeface="Cal Sans"/>
                <a:ea typeface="Cal Sans"/>
              </a:rPr>
              <a:t>Project Objective</a:t>
            </a:r>
            <a:endParaRPr b="0" lang="fr-FR" sz="3000" strike="noStrike" u="none">
              <a:solidFill>
                <a:schemeClr val="dk1"/>
              </a:solidFill>
              <a:effectLst/>
              <a:uFillTx/>
              <a:latin typeface="Arial"/>
            </a:endParaRPr>
          </a:p>
        </p:txBody>
      </p:sp>
      <p:sp>
        <p:nvSpPr>
          <p:cNvPr id="77" name="PlaceHolder 2"/>
          <p:cNvSpPr>
            <a:spLocks noGrp="1"/>
          </p:cNvSpPr>
          <p:nvPr>
            <p:ph type="subTitle"/>
          </p:nvPr>
        </p:nvSpPr>
        <p:spPr>
          <a:xfrm>
            <a:off x="542880" y="1114560"/>
            <a:ext cx="3657240" cy="3495240"/>
          </a:xfrm>
          <a:prstGeom prst="rect">
            <a:avLst/>
          </a:prstGeom>
          <a:noFill/>
          <a:ln w="0">
            <a:noFill/>
          </a:ln>
        </p:spPr>
        <p:txBody>
          <a:bodyPr lIns="91440" rIns="91440" tIns="91440" bIns="91440" anchor="b">
            <a:normAutofit/>
          </a:bodyPr>
          <a:p>
            <a:pPr indent="0">
              <a:lnSpc>
                <a:spcPct val="100000"/>
              </a:lnSpc>
              <a:buNone/>
              <a:tabLst>
                <a:tab algn="l" pos="0"/>
              </a:tabLst>
            </a:pPr>
            <a:r>
              <a:rPr b="0" lang="en-US" sz="1200" strike="noStrike" u="none">
                <a:solidFill>
                  <a:schemeClr val="dk1"/>
                </a:solidFill>
                <a:effectLst/>
                <a:uFillTx/>
                <a:latin typeface="Teachers"/>
                <a:ea typeface="Teachers"/>
              </a:rPr>
              <a:t>Our goal is to develop a secure and user-friendly platform that allows families to share and preserve their photos privately. It will empower members to control access based on roles, ensuring a safe environment. By organizing all memories in one place, we aim to blend the emotional significance of family moments with technical precision, enhancing the sharing experience for everyone involved.</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 name="Google Shape;216;p32" descr=""/>
          <p:cNvPicPr/>
          <p:nvPr/>
        </p:nvPicPr>
        <p:blipFill>
          <a:blip r:embed="rId1"/>
          <a:srcRect l="0" t="26025" r="0" b="26029"/>
          <a:stretch/>
        </p:blipFill>
        <p:spPr>
          <a:xfrm>
            <a:off x="546120" y="1993320"/>
            <a:ext cx="8168760" cy="2610360"/>
          </a:xfrm>
          <a:prstGeom prst="rect">
            <a:avLst/>
          </a:prstGeom>
          <a:noFill/>
          <a:ln w="0">
            <a:noFill/>
          </a:ln>
        </p:spPr>
      </p:pic>
      <p:sp>
        <p:nvSpPr>
          <p:cNvPr id="79" name="PlaceHolder 1"/>
          <p:cNvSpPr>
            <a:spLocks noGrp="1"/>
          </p:cNvSpPr>
          <p:nvPr>
            <p:ph type="title"/>
          </p:nvPr>
        </p:nvSpPr>
        <p:spPr>
          <a:xfrm>
            <a:off x="4410000" y="542880"/>
            <a:ext cx="4381200" cy="1342800"/>
          </a:xfrm>
          <a:prstGeom prst="rect">
            <a:avLst/>
          </a:prstGeom>
          <a:noFill/>
          <a:ln w="0">
            <a:noFill/>
          </a:ln>
        </p:spPr>
        <p:txBody>
          <a:bodyPr lIns="91440" rIns="91440" tIns="91440" bIns="91440" anchor="ctr">
            <a:normAutofit lnSpcReduction="9999"/>
          </a:bodyPr>
          <a:p>
            <a:pPr indent="0" algn="r">
              <a:lnSpc>
                <a:spcPct val="100000"/>
              </a:lnSpc>
              <a:buNone/>
              <a:tabLst>
                <a:tab algn="l" pos="0"/>
              </a:tabLst>
            </a:pPr>
            <a:r>
              <a:rPr b="0" lang="fr-FR" sz="4000" strike="noStrike" u="none">
                <a:solidFill>
                  <a:schemeClr val="dk1"/>
                </a:solidFill>
                <a:effectLst/>
                <a:uFillTx/>
                <a:latin typeface="Cal Sans"/>
                <a:ea typeface="Cal Sans"/>
              </a:rPr>
              <a:t>Technical Implementation</a:t>
            </a:r>
            <a:endParaRPr b="0" lang="fr-FR" sz="4000" strike="noStrike" u="none">
              <a:solidFill>
                <a:schemeClr val="dk1"/>
              </a:solidFill>
              <a:effectLst/>
              <a:uFillTx/>
              <a:latin typeface="Arial"/>
            </a:endParaRPr>
          </a:p>
        </p:txBody>
      </p:sp>
      <p:sp>
        <p:nvSpPr>
          <p:cNvPr id="80" name="PlaceHolder 2"/>
          <p:cNvSpPr>
            <a:spLocks noGrp="1"/>
          </p:cNvSpPr>
          <p:nvPr>
            <p:ph type="title"/>
          </p:nvPr>
        </p:nvSpPr>
        <p:spPr>
          <a:xfrm>
            <a:off x="419040" y="542880"/>
            <a:ext cx="1552320" cy="837720"/>
          </a:xfrm>
          <a:prstGeom prst="rect">
            <a:avLst/>
          </a:prstGeom>
          <a:noFill/>
          <a:ln w="0">
            <a:noFill/>
          </a:ln>
        </p:spPr>
        <p:txBody>
          <a:bodyPr lIns="91440" rIns="91440" tIns="91440" bIns="91440" anchor="ctr">
            <a:normAutofit fontScale="85000" lnSpcReduction="19999"/>
          </a:bodyPr>
          <a:p>
            <a:pPr indent="0">
              <a:lnSpc>
                <a:spcPct val="100000"/>
              </a:lnSpc>
              <a:buNone/>
              <a:tabLst>
                <a:tab algn="l" pos="0"/>
              </a:tabLst>
            </a:pPr>
            <a:r>
              <a:rPr b="0" lang="fr-FR" sz="6000" strike="noStrike" u="none">
                <a:solidFill>
                  <a:schemeClr val="dk1"/>
                </a:solidFill>
                <a:effectLst/>
                <a:uFillTx/>
                <a:latin typeface="Cal Sans"/>
                <a:ea typeface="Cal Sans"/>
              </a:rPr>
              <a:t>02</a:t>
            </a:r>
            <a:endParaRPr b="0" lang="fr-FR" sz="60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4200480" y="542880"/>
            <a:ext cx="4514400" cy="2199960"/>
          </a:xfrm>
          <a:prstGeom prst="rect">
            <a:avLst/>
          </a:prstGeom>
          <a:noFill/>
          <a:ln w="0">
            <a:noFill/>
          </a:ln>
        </p:spPr>
        <p:txBody>
          <a:bodyPr lIns="91440" rIns="91440" tIns="91440" bIns="91440" anchor="t">
            <a:normAutofit/>
          </a:bodyPr>
          <a:p>
            <a:pPr indent="0">
              <a:lnSpc>
                <a:spcPct val="100000"/>
              </a:lnSpc>
              <a:buNone/>
              <a:tabLst>
                <a:tab algn="l" pos="0"/>
              </a:tabLst>
            </a:pPr>
            <a:r>
              <a:rPr b="0" lang="fr-FR" sz="3000" strike="noStrike" u="none">
                <a:solidFill>
                  <a:schemeClr val="dk1"/>
                </a:solidFill>
                <a:effectLst/>
                <a:uFillTx/>
                <a:latin typeface="Cal Sans"/>
                <a:ea typeface="Cal Sans"/>
              </a:rPr>
              <a:t>Tech Stack</a:t>
            </a:r>
            <a:endParaRPr b="0" lang="fr-FR" sz="3000" strike="noStrike" u="none">
              <a:solidFill>
                <a:schemeClr val="dk1"/>
              </a:solidFill>
              <a:effectLst/>
              <a:uFillTx/>
              <a:latin typeface="Arial"/>
            </a:endParaRPr>
          </a:p>
        </p:txBody>
      </p:sp>
      <p:sp>
        <p:nvSpPr>
          <p:cNvPr id="82" name="PlaceHolder 2"/>
          <p:cNvSpPr>
            <a:spLocks noGrp="1"/>
          </p:cNvSpPr>
          <p:nvPr>
            <p:ph type="subTitle"/>
          </p:nvPr>
        </p:nvSpPr>
        <p:spPr>
          <a:xfrm>
            <a:off x="542880" y="1114560"/>
            <a:ext cx="3657240" cy="3495240"/>
          </a:xfrm>
          <a:prstGeom prst="rect">
            <a:avLst/>
          </a:prstGeom>
          <a:noFill/>
          <a:ln w="0">
            <a:noFill/>
          </a:ln>
        </p:spPr>
        <p:txBody>
          <a:bodyPr lIns="91440" rIns="91440" tIns="91440" bIns="91440" anchor="b">
            <a:normAutofit/>
          </a:bodyPr>
          <a:p>
            <a:pPr indent="0">
              <a:lnSpc>
                <a:spcPct val="100000"/>
              </a:lnSpc>
              <a:buNone/>
              <a:tabLst>
                <a:tab algn="l" pos="0"/>
              </a:tabLst>
            </a:pPr>
            <a:r>
              <a:rPr b="0" lang="en-US" sz="1200" strike="noStrike" u="none">
                <a:solidFill>
                  <a:schemeClr val="dk1"/>
                </a:solidFill>
                <a:effectLst/>
                <a:uFillTx/>
                <a:latin typeface="Teachers"/>
                <a:ea typeface="Teachers"/>
              </a:rPr>
              <a:t>Our platform utilizes a robust tech stack designed for security and efficiency. The frontend is built with HTML and CSS, using Tailwind or Bootstrap for responsive design, with an option for React.js to enhance interactivity. For the backend, Django is utilized for its powerful features, with SQLite or PostgreSQL as the database options. Authentication is handled through Django Auth or JWT, ensuring user data safety. With storage options in AWS S3 or local media, we ensure reliability and scalability.</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4200480" y="542880"/>
            <a:ext cx="4514400" cy="2199960"/>
          </a:xfrm>
          <a:prstGeom prst="rect">
            <a:avLst/>
          </a:prstGeom>
          <a:noFill/>
          <a:ln w="0">
            <a:noFill/>
          </a:ln>
        </p:spPr>
        <p:txBody>
          <a:bodyPr lIns="91440" rIns="91440" tIns="91440" bIns="91440" anchor="t">
            <a:normAutofit/>
          </a:bodyPr>
          <a:p>
            <a:pPr indent="0">
              <a:lnSpc>
                <a:spcPct val="100000"/>
              </a:lnSpc>
              <a:buNone/>
              <a:tabLst>
                <a:tab algn="l" pos="0"/>
              </a:tabLst>
            </a:pPr>
            <a:r>
              <a:rPr b="0" lang="fr-FR" sz="3000" strike="noStrike" u="none">
                <a:solidFill>
                  <a:schemeClr val="dk1"/>
                </a:solidFill>
                <a:effectLst/>
                <a:uFillTx/>
                <a:latin typeface="Cal Sans"/>
                <a:ea typeface="Cal Sans"/>
              </a:rPr>
              <a:t>Core Features</a:t>
            </a:r>
            <a:endParaRPr b="0" lang="fr-FR" sz="3000" strike="noStrike" u="none">
              <a:solidFill>
                <a:schemeClr val="dk1"/>
              </a:solidFill>
              <a:effectLst/>
              <a:uFillTx/>
              <a:latin typeface="Arial"/>
            </a:endParaRPr>
          </a:p>
        </p:txBody>
      </p:sp>
      <p:sp>
        <p:nvSpPr>
          <p:cNvPr id="84" name="PlaceHolder 2"/>
          <p:cNvSpPr>
            <a:spLocks noGrp="1"/>
          </p:cNvSpPr>
          <p:nvPr>
            <p:ph type="subTitle"/>
          </p:nvPr>
        </p:nvSpPr>
        <p:spPr>
          <a:xfrm>
            <a:off x="542880" y="1114560"/>
            <a:ext cx="3657240" cy="3495240"/>
          </a:xfrm>
          <a:prstGeom prst="rect">
            <a:avLst/>
          </a:prstGeom>
          <a:noFill/>
          <a:ln w="0">
            <a:noFill/>
          </a:ln>
        </p:spPr>
        <p:txBody>
          <a:bodyPr lIns="91440" rIns="91440" tIns="91440" bIns="91440" anchor="b">
            <a:normAutofit/>
          </a:bodyPr>
          <a:p>
            <a:pPr indent="0">
              <a:lnSpc>
                <a:spcPct val="100000"/>
              </a:lnSpc>
              <a:buNone/>
              <a:tabLst>
                <a:tab algn="l" pos="0"/>
              </a:tabLst>
            </a:pPr>
            <a:r>
              <a:rPr b="0" lang="en-US" sz="1200" strike="noStrike" u="none">
                <a:solidFill>
                  <a:schemeClr val="dk1"/>
                </a:solidFill>
                <a:effectLst/>
                <a:uFillTx/>
                <a:latin typeface="Teachers"/>
                <a:ea typeface="Teachers"/>
              </a:rPr>
              <a:t>The platform boasts essential features tailored for family use. It includes user registration and login, ensuring secure access. Role-based permissions (Admin and Member) allow different access levels, with Admins able to manage users and content seamlessly. Users can upload and view shared family photos on a personalized dashboard, fostering engagement and interaction among family members while preserving memories in an organized manner.</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542880" y="2352600"/>
            <a:ext cx="2952360" cy="2257200"/>
          </a:xfrm>
          <a:prstGeom prst="rect">
            <a:avLst/>
          </a:prstGeom>
          <a:noFill/>
          <a:ln w="0">
            <a:noFill/>
          </a:ln>
        </p:spPr>
        <p:txBody>
          <a:bodyPr lIns="91440" rIns="91440" tIns="91440" bIns="91440" anchor="b">
            <a:normAutofit/>
          </a:bodyPr>
          <a:p>
            <a:pPr indent="0">
              <a:lnSpc>
                <a:spcPct val="100000"/>
              </a:lnSpc>
              <a:buNone/>
              <a:tabLst>
                <a:tab algn="l" pos="0"/>
              </a:tabLst>
            </a:pPr>
            <a:r>
              <a:rPr b="0" lang="fr-FR" sz="3000" strike="noStrike" u="none">
                <a:solidFill>
                  <a:schemeClr val="dk1"/>
                </a:solidFill>
                <a:effectLst/>
                <a:uFillTx/>
                <a:latin typeface="Cal Sans"/>
                <a:ea typeface="Cal Sans"/>
              </a:rPr>
              <a:t>Development Model</a:t>
            </a:r>
            <a:endParaRPr b="0" lang="fr-FR" sz="3000" strike="noStrike" u="none">
              <a:solidFill>
                <a:schemeClr val="dk1"/>
              </a:solidFill>
              <a:effectLst/>
              <a:uFillTx/>
              <a:latin typeface="Arial"/>
            </a:endParaRPr>
          </a:p>
        </p:txBody>
      </p:sp>
      <p:sp>
        <p:nvSpPr>
          <p:cNvPr id="86" name="PlaceHolder 2"/>
          <p:cNvSpPr>
            <a:spLocks noGrp="1"/>
          </p:cNvSpPr>
          <p:nvPr>
            <p:ph type="subTitle"/>
          </p:nvPr>
        </p:nvSpPr>
        <p:spPr>
          <a:xfrm>
            <a:off x="542880" y="542880"/>
            <a:ext cx="8172000" cy="1676160"/>
          </a:xfrm>
          <a:prstGeom prst="rect">
            <a:avLst/>
          </a:prstGeom>
          <a:noFill/>
          <a:ln w="0">
            <a:noFill/>
          </a:ln>
        </p:spPr>
        <p:txBody>
          <a:bodyPr lIns="91440" rIns="91440" tIns="91440" bIns="91440" anchor="t">
            <a:normAutofit/>
          </a:bodyPr>
          <a:p>
            <a:pPr indent="0">
              <a:lnSpc>
                <a:spcPct val="100000"/>
              </a:lnSpc>
              <a:buNone/>
              <a:tabLst>
                <a:tab algn="l" pos="0"/>
              </a:tabLst>
            </a:pPr>
            <a:r>
              <a:rPr b="0" lang="en-US" sz="1200" strike="noStrike" u="none">
                <a:solidFill>
                  <a:schemeClr val="dk1"/>
                </a:solidFill>
                <a:effectLst/>
                <a:uFillTx/>
                <a:latin typeface="Teachers"/>
                <a:ea typeface="Teachers"/>
              </a:rPr>
              <a:t>We will employ a hybrid development approach to merge stability with flexibility. The backend and core logic will follow a Waterfall model, ensuring systematic progression without missing critical requirements. In contrast, the frontend development will adopt an Iterative model, allowing for continual feedback and enhancements to the user experience. This dual approach ensures that we build a reliable platform while adapting quickly to user needs and insights.</a:t>
            </a:r>
            <a:endParaRPr b="0" lang="en-US" sz="1200" strike="noStrike" u="none">
              <a:solidFill>
                <a:srgbClr val="000000"/>
              </a:solidFill>
              <a:effectLst/>
              <a:uFillTx/>
              <a:latin typeface="OpenSymbol"/>
            </a:endParaRPr>
          </a:p>
        </p:txBody>
      </p:sp>
      <p:pic>
        <p:nvPicPr>
          <p:cNvPr id="87" name="Google Shape;211;p31" descr=""/>
          <p:cNvPicPr/>
          <p:nvPr/>
        </p:nvPicPr>
        <p:blipFill>
          <a:blip r:embed="rId1"/>
          <a:srcRect l="0" t="9069" r="0" b="9069"/>
          <a:stretch/>
        </p:blipFill>
        <p:spPr>
          <a:xfrm>
            <a:off x="3599640" y="2350440"/>
            <a:ext cx="5115240" cy="27907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200480" y="542880"/>
            <a:ext cx="4514400" cy="2199960"/>
          </a:xfrm>
          <a:prstGeom prst="rect">
            <a:avLst/>
          </a:prstGeom>
          <a:noFill/>
          <a:ln w="0">
            <a:noFill/>
          </a:ln>
        </p:spPr>
        <p:txBody>
          <a:bodyPr lIns="91440" rIns="91440" tIns="91440" bIns="91440" anchor="t">
            <a:normAutofit/>
          </a:bodyPr>
          <a:p>
            <a:pPr indent="0">
              <a:lnSpc>
                <a:spcPct val="100000"/>
              </a:lnSpc>
              <a:buNone/>
              <a:tabLst>
                <a:tab algn="l" pos="0"/>
              </a:tabLst>
            </a:pPr>
            <a:r>
              <a:rPr b="0" lang="fr-FR" sz="3000" strike="noStrike" u="none">
                <a:solidFill>
                  <a:schemeClr val="dk1"/>
                </a:solidFill>
                <a:effectLst/>
                <a:uFillTx/>
                <a:latin typeface="Cal Sans"/>
                <a:ea typeface="Cal Sans"/>
              </a:rPr>
              <a:t>Conclusions</a:t>
            </a:r>
            <a:endParaRPr b="0" lang="fr-FR" sz="3000" strike="noStrike" u="none">
              <a:solidFill>
                <a:schemeClr val="dk1"/>
              </a:solidFill>
              <a:effectLst/>
              <a:uFillTx/>
              <a:latin typeface="Arial"/>
            </a:endParaRPr>
          </a:p>
        </p:txBody>
      </p:sp>
      <p:sp>
        <p:nvSpPr>
          <p:cNvPr id="89" name="PlaceHolder 2"/>
          <p:cNvSpPr>
            <a:spLocks noGrp="1"/>
          </p:cNvSpPr>
          <p:nvPr>
            <p:ph type="subTitle"/>
          </p:nvPr>
        </p:nvSpPr>
        <p:spPr>
          <a:xfrm>
            <a:off x="542880" y="1114560"/>
            <a:ext cx="3657240" cy="3495240"/>
          </a:xfrm>
          <a:prstGeom prst="rect">
            <a:avLst/>
          </a:prstGeom>
          <a:noFill/>
          <a:ln w="0">
            <a:noFill/>
          </a:ln>
        </p:spPr>
        <p:txBody>
          <a:bodyPr lIns="91440" rIns="91440" tIns="91440" bIns="91440" anchor="b">
            <a:normAutofit/>
          </a:bodyPr>
          <a:p>
            <a:pPr indent="0">
              <a:lnSpc>
                <a:spcPct val="100000"/>
              </a:lnSpc>
              <a:buNone/>
              <a:tabLst>
                <a:tab algn="l" pos="0"/>
              </a:tabLst>
            </a:pPr>
            <a:r>
              <a:rPr b="0" lang="en-US" sz="1200" strike="noStrike" u="none">
                <a:solidFill>
                  <a:schemeClr val="dk1"/>
                </a:solidFill>
                <a:effectLst/>
                <a:uFillTx/>
                <a:latin typeface="Teachers"/>
                <a:ea typeface="Teachers"/>
              </a:rPr>
              <a:t>This family photo-sharing website addresses pressing concerns around privacy and organization in digital photo sharing. By offering a secure, role-based platform tailored for family interactions, we protect cherished memories and create a meaningful sharing environment. Our commitment to technical depth combined with an understanding of emotional needs ensures a platform that resonates with families, delivering both functionality and a sense of connection.</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2095560" y="1352520"/>
            <a:ext cx="3790440" cy="1056960"/>
          </a:xfrm>
          <a:prstGeom prst="rect">
            <a:avLst/>
          </a:prstGeom>
          <a:noFill/>
          <a:ln w="0">
            <a:noFill/>
          </a:ln>
        </p:spPr>
        <p:txBody>
          <a:bodyPr lIns="91440" rIns="91440" tIns="91440" bIns="91440" anchor="b">
            <a:normAutofit/>
          </a:bodyPr>
          <a:p>
            <a:pPr indent="0">
              <a:lnSpc>
                <a:spcPct val="100000"/>
              </a:lnSpc>
              <a:buNone/>
              <a:tabLst>
                <a:tab algn="l" pos="0"/>
              </a:tabLst>
            </a:pPr>
            <a:r>
              <a:rPr b="0" lang="fr-FR" sz="5000" strike="noStrike" u="none">
                <a:solidFill>
                  <a:schemeClr val="dk1"/>
                </a:solidFill>
                <a:effectLst/>
                <a:uFillTx/>
                <a:latin typeface="Cal Sans"/>
                <a:ea typeface="Cal Sans"/>
              </a:rPr>
              <a:t>Thank you!</a:t>
            </a:r>
            <a:endParaRPr b="0" lang="fr-FR" sz="5000" strike="noStrike" u="none">
              <a:solidFill>
                <a:schemeClr val="dk1"/>
              </a:solidFill>
              <a:effectLst/>
              <a:uFillTx/>
              <a:latin typeface="Arial"/>
            </a:endParaRPr>
          </a:p>
        </p:txBody>
      </p:sp>
      <p:sp>
        <p:nvSpPr>
          <p:cNvPr id="91" name="PlaceHolder 2"/>
          <p:cNvSpPr>
            <a:spLocks noGrp="1"/>
          </p:cNvSpPr>
          <p:nvPr>
            <p:ph type="subTitle"/>
          </p:nvPr>
        </p:nvSpPr>
        <p:spPr>
          <a:xfrm>
            <a:off x="2095560" y="2409840"/>
            <a:ext cx="3790440" cy="1056960"/>
          </a:xfrm>
          <a:prstGeom prst="rect">
            <a:avLst/>
          </a:prstGeom>
          <a:noFill/>
          <a:ln w="0">
            <a:noFill/>
          </a:ln>
        </p:spPr>
        <p:txBody>
          <a:bodyPr lIns="91440" rIns="91440" tIns="91440" bIns="91440" anchor="t">
            <a:normAutofit/>
          </a:bodyPr>
          <a:p>
            <a:pPr indent="0">
              <a:lnSpc>
                <a:spcPct val="100000"/>
              </a:lnSpc>
              <a:buNone/>
              <a:tabLst>
                <a:tab algn="l" pos="0"/>
              </a:tabLst>
            </a:pPr>
            <a:r>
              <a:rPr b="0" lang="en-US" sz="1400" strike="noStrike" u="none">
                <a:solidFill>
                  <a:schemeClr val="dk1"/>
                </a:solidFill>
                <a:effectLst/>
                <a:uFillTx/>
                <a:latin typeface="Teachers"/>
                <a:ea typeface="Teachers"/>
              </a:rPr>
              <a:t>Do you have any questions?</a:t>
            </a:r>
            <a:endParaRPr b="0" lang="en-US" sz="1400" strike="noStrike" u="none">
              <a:solidFill>
                <a:srgbClr val="000000"/>
              </a:solidFill>
              <a:effectLst/>
              <a:uFillTx/>
              <a:latin typeface="OpenSymbol"/>
            </a:endParaRPr>
          </a:p>
        </p:txBody>
      </p:sp>
      <p:grpSp>
        <p:nvGrpSpPr>
          <p:cNvPr id="92" name="Google Shape;326;p41"/>
          <p:cNvGrpSpPr/>
          <p:nvPr/>
        </p:nvGrpSpPr>
        <p:grpSpPr>
          <a:xfrm>
            <a:off x="1620000" y="1721880"/>
            <a:ext cx="275760" cy="275760"/>
            <a:chOff x="1620000" y="1721880"/>
            <a:chExt cx="275760" cy="275760"/>
          </a:xfrm>
        </p:grpSpPr>
        <p:sp>
          <p:nvSpPr>
            <p:cNvPr id="93" name="Google Shape;327;p41"/>
            <p:cNvSpPr/>
            <p:nvPr/>
          </p:nvSpPr>
          <p:spPr>
            <a:xfrm>
              <a:off x="1620000" y="172188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4" name="Google Shape;328;p41"/>
            <p:cNvSpPr/>
            <p:nvPr/>
          </p:nvSpPr>
          <p:spPr>
            <a:xfrm>
              <a:off x="1684080" y="178740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 name="Google Shape;329;p41"/>
            <p:cNvSpPr/>
            <p:nvPr/>
          </p:nvSpPr>
          <p:spPr>
            <a:xfrm>
              <a:off x="1813680" y="175716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96" name="Google Shape;330;p41"/>
          <p:cNvGrpSpPr/>
          <p:nvPr/>
        </p:nvGrpSpPr>
        <p:grpSpPr>
          <a:xfrm>
            <a:off x="1624680" y="2132640"/>
            <a:ext cx="266040" cy="237960"/>
            <a:chOff x="1624680" y="2132640"/>
            <a:chExt cx="266040" cy="237960"/>
          </a:xfrm>
        </p:grpSpPr>
        <p:sp>
          <p:nvSpPr>
            <p:cNvPr id="97" name="Google Shape;331;p41"/>
            <p:cNvSpPr/>
            <p:nvPr/>
          </p:nvSpPr>
          <p:spPr>
            <a:xfrm>
              <a:off x="1633680" y="221652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8" name="Google Shape;332;p41"/>
            <p:cNvSpPr/>
            <p:nvPr/>
          </p:nvSpPr>
          <p:spPr>
            <a:xfrm>
              <a:off x="1624680" y="213264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9" name="Google Shape;333;p41"/>
            <p:cNvSpPr/>
            <p:nvPr/>
          </p:nvSpPr>
          <p:spPr>
            <a:xfrm>
              <a:off x="1726920" y="221652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0" name="Google Shape;334;p41"/>
          <p:cNvSpPr/>
          <p:nvPr/>
        </p:nvSpPr>
        <p:spPr>
          <a:xfrm>
            <a:off x="2171880" y="4029120"/>
            <a:ext cx="3790440" cy="275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fr-FR" sz="1800" strike="noStrike" u="none">
                <a:solidFill>
                  <a:schemeClr val="dk1"/>
                </a:solidFill>
                <a:effectLst/>
                <a:uFillTx/>
                <a:latin typeface="Arial"/>
              </a:rPr>
              <a:t>+00 000 000 000</a:t>
            </a:r>
            <a:endParaRPr b="0" lang="en-US" sz="1800" strike="noStrike" u="none">
              <a:solidFill>
                <a:srgbClr val="000000"/>
              </a:solidFill>
              <a:effectLst/>
              <a:uFillTx/>
              <a:latin typeface="OpenSymbol"/>
            </a:endParaRPr>
          </a:p>
        </p:txBody>
      </p:sp>
      <p:sp>
        <p:nvSpPr>
          <p:cNvPr id="101" name="Google Shape;335;p41"/>
          <p:cNvSpPr/>
          <p:nvPr/>
        </p:nvSpPr>
        <p:spPr>
          <a:xfrm>
            <a:off x="1623600" y="2505960"/>
            <a:ext cx="268200" cy="273960"/>
          </a:xfrm>
          <a:custGeom>
            <a:avLst/>
            <a:gdLst>
              <a:gd name="textAreaLeft" fmla="*/ 0 w 268200"/>
              <a:gd name="textAreaRight" fmla="*/ 268560 w 268200"/>
              <a:gd name="textAreaTop" fmla="*/ 0 h 273960"/>
              <a:gd name="textAreaBottom" fmla="*/ 274320 h 273960"/>
            </a:gdLst>
            <a:ahLst/>
            <a:cxnLst/>
            <a:rect l="textAreaLeft" t="textAreaTop" r="textAreaRight" b="textAreaBottom"/>
            <a:pathLst>
              <a:path w="6712561"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own Hall Pitch Deck by Slidesgo">
  <a:themeElements>
    <a:clrScheme name="Simple Light">
      <a:dk1>
        <a:srgbClr val="131212"/>
      </a:dk1>
      <a:lt1>
        <a:srgbClr val="ffffff"/>
      </a:lt1>
      <a:dk2>
        <a:srgbClr val="d0edff"/>
      </a:dk2>
      <a:lt2>
        <a:srgbClr val="a3d9fa"/>
      </a:lt2>
      <a:accent1>
        <a:srgbClr val="84c1e6"/>
      </a:accent1>
      <a:accent2>
        <a:srgbClr val="ffffff"/>
      </a:accent2>
      <a:accent3>
        <a:srgbClr val="ffffff"/>
      </a:accent3>
      <a:accent4>
        <a:srgbClr val="ffffff"/>
      </a:accent4>
      <a:accent5>
        <a:srgbClr val="ffffff"/>
      </a:accent5>
      <a:accent6>
        <a:srgbClr val="ffffff"/>
      </a:accent6>
      <a:hlink>
        <a:srgbClr val="13121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2025-08-01T22:35:05Z</dcterms:created>
  <dc:creator>Unknown Creator</dc:creator>
  <dc:description/>
  <dc:language>en-US</dc:language>
  <cp:lastModifiedBy>Unknown Creator</cp:lastModifiedBy>
  <dcterms:modified xsi:type="dcterms:W3CDTF">2025-08-01T22:35:05Z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11</vt:r8>
  </property>
</Properties>
</file>